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552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90390" y="2003425"/>
            <a:ext cx="2793365" cy="2815590"/>
            <a:chOff x="690" y="380"/>
            <a:chExt cx="4399" cy="4434"/>
          </a:xfrm>
        </p:grpSpPr>
        <p:sp>
          <p:nvSpPr>
            <p:cNvPr id="2" name="文本框 1"/>
            <p:cNvSpPr txBox="1"/>
            <p:nvPr/>
          </p:nvSpPr>
          <p:spPr>
            <a:xfrm>
              <a:off x="690" y="380"/>
              <a:ext cx="2682" cy="3603"/>
            </a:xfrm>
            <a:custGeom>
              <a:avLst/>
              <a:gdLst/>
              <a:ahLst/>
              <a:cxnLst/>
              <a:rect l="l" t="t" r="r" b="b"/>
              <a:pathLst>
                <a:path w="1703213" h="2287922">
                  <a:moveTo>
                    <a:pt x="608314" y="2095024"/>
                  </a:moveTo>
                  <a:cubicBezTo>
                    <a:pt x="740831" y="2117741"/>
                    <a:pt x="834302" y="2131939"/>
                    <a:pt x="888729" y="2137619"/>
                  </a:cubicBezTo>
                  <a:lnTo>
                    <a:pt x="923869" y="2140028"/>
                  </a:lnTo>
                  <a:lnTo>
                    <a:pt x="857769" y="2287922"/>
                  </a:lnTo>
                  <a:lnTo>
                    <a:pt x="830437" y="2255306"/>
                  </a:lnTo>
                  <a:cubicBezTo>
                    <a:pt x="795100" y="2227540"/>
                    <a:pt x="716010" y="2192623"/>
                    <a:pt x="593169" y="2150555"/>
                  </a:cubicBezTo>
                  <a:close/>
                  <a:moveTo>
                    <a:pt x="608314" y="742093"/>
                  </a:moveTo>
                  <a:lnTo>
                    <a:pt x="608314" y="959168"/>
                  </a:lnTo>
                  <a:lnTo>
                    <a:pt x="1012174" y="959168"/>
                  </a:lnTo>
                  <a:lnTo>
                    <a:pt x="1012174" y="742093"/>
                  </a:lnTo>
                  <a:close/>
                  <a:moveTo>
                    <a:pt x="1007126" y="0"/>
                  </a:moveTo>
                  <a:cubicBezTo>
                    <a:pt x="1227566" y="45434"/>
                    <a:pt x="1337786" y="80772"/>
                    <a:pt x="1337786" y="106013"/>
                  </a:cubicBezTo>
                  <a:cubicBezTo>
                    <a:pt x="1337786" y="119475"/>
                    <a:pt x="1305814" y="141351"/>
                    <a:pt x="1241870" y="171641"/>
                  </a:cubicBezTo>
                  <a:lnTo>
                    <a:pt x="1241870" y="396288"/>
                  </a:lnTo>
                  <a:lnTo>
                    <a:pt x="1703213" y="396288"/>
                  </a:lnTo>
                  <a:lnTo>
                    <a:pt x="1670497" y="469487"/>
                  </a:lnTo>
                  <a:lnTo>
                    <a:pt x="1241870" y="469487"/>
                  </a:lnTo>
                  <a:lnTo>
                    <a:pt x="1241870" y="658797"/>
                  </a:lnTo>
                  <a:lnTo>
                    <a:pt x="1585888" y="658797"/>
                  </a:lnTo>
                  <a:lnTo>
                    <a:pt x="1548660" y="742093"/>
                  </a:lnTo>
                  <a:lnTo>
                    <a:pt x="1241870" y="742093"/>
                  </a:lnTo>
                  <a:lnTo>
                    <a:pt x="1241870" y="959168"/>
                  </a:lnTo>
                  <a:lnTo>
                    <a:pt x="1451641" y="959168"/>
                  </a:lnTo>
                  <a:lnTo>
                    <a:pt x="1416669" y="1037416"/>
                  </a:lnTo>
                  <a:lnTo>
                    <a:pt x="1241870" y="1037416"/>
                  </a:lnTo>
                  <a:lnTo>
                    <a:pt x="1241870" y="1226725"/>
                  </a:lnTo>
                  <a:lnTo>
                    <a:pt x="1332059" y="1226725"/>
                  </a:lnTo>
                  <a:lnTo>
                    <a:pt x="1298215" y="1302449"/>
                  </a:lnTo>
                  <a:lnTo>
                    <a:pt x="1241870" y="1302449"/>
                  </a:lnTo>
                  <a:lnTo>
                    <a:pt x="1241870" y="1428519"/>
                  </a:lnTo>
                  <a:lnTo>
                    <a:pt x="1012174" y="1942450"/>
                  </a:lnTo>
                  <a:lnTo>
                    <a:pt x="1012174" y="1870377"/>
                  </a:lnTo>
                  <a:lnTo>
                    <a:pt x="310468" y="1870377"/>
                  </a:lnTo>
                  <a:cubicBezTo>
                    <a:pt x="265033" y="1870377"/>
                    <a:pt x="229695" y="1876266"/>
                    <a:pt x="204454" y="1888046"/>
                  </a:cubicBezTo>
                  <a:lnTo>
                    <a:pt x="159020" y="1779508"/>
                  </a:lnTo>
                  <a:cubicBezTo>
                    <a:pt x="194358" y="1787922"/>
                    <a:pt x="236426" y="1792129"/>
                    <a:pt x="285226" y="1792129"/>
                  </a:cubicBezTo>
                  <a:lnTo>
                    <a:pt x="1012174" y="1792129"/>
                  </a:lnTo>
                  <a:lnTo>
                    <a:pt x="1012174" y="1580103"/>
                  </a:lnTo>
                  <a:lnTo>
                    <a:pt x="151448" y="1580103"/>
                  </a:lnTo>
                  <a:cubicBezTo>
                    <a:pt x="106013" y="1580103"/>
                    <a:pt x="70676" y="1585992"/>
                    <a:pt x="45434" y="1597771"/>
                  </a:cubicBezTo>
                  <a:lnTo>
                    <a:pt x="0" y="1481662"/>
                  </a:lnTo>
                  <a:cubicBezTo>
                    <a:pt x="35338" y="1490075"/>
                    <a:pt x="77407" y="1494282"/>
                    <a:pt x="126206" y="1494282"/>
                  </a:cubicBezTo>
                  <a:lnTo>
                    <a:pt x="1012174" y="1494282"/>
                  </a:lnTo>
                  <a:lnTo>
                    <a:pt x="1012174" y="1302449"/>
                  </a:lnTo>
                  <a:lnTo>
                    <a:pt x="338233" y="1302449"/>
                  </a:lnTo>
                  <a:cubicBezTo>
                    <a:pt x="292799" y="1302449"/>
                    <a:pt x="257461" y="1308338"/>
                    <a:pt x="232220" y="1320118"/>
                  </a:cubicBezTo>
                  <a:lnTo>
                    <a:pt x="191834" y="1214104"/>
                  </a:lnTo>
                  <a:cubicBezTo>
                    <a:pt x="227171" y="1222518"/>
                    <a:pt x="269240" y="1226725"/>
                    <a:pt x="318040" y="1226725"/>
                  </a:cubicBezTo>
                  <a:lnTo>
                    <a:pt x="1012174" y="1226725"/>
                  </a:lnTo>
                  <a:lnTo>
                    <a:pt x="1012174" y="1037416"/>
                  </a:lnTo>
                  <a:lnTo>
                    <a:pt x="608314" y="1037416"/>
                  </a:lnTo>
                  <a:cubicBezTo>
                    <a:pt x="608314" y="1059291"/>
                    <a:pt x="602004" y="1074436"/>
                    <a:pt x="589383" y="1082850"/>
                  </a:cubicBezTo>
                  <a:cubicBezTo>
                    <a:pt x="576763" y="1091264"/>
                    <a:pt x="548577" y="1102622"/>
                    <a:pt x="504825" y="1116926"/>
                  </a:cubicBezTo>
                  <a:cubicBezTo>
                    <a:pt x="461074" y="1131229"/>
                    <a:pt x="428260" y="1138381"/>
                    <a:pt x="406384" y="1138381"/>
                  </a:cubicBezTo>
                  <a:cubicBezTo>
                    <a:pt x="392922" y="1138381"/>
                    <a:pt x="387033" y="1129967"/>
                    <a:pt x="388715" y="1113139"/>
                  </a:cubicBezTo>
                  <a:cubicBezTo>
                    <a:pt x="397129" y="1032367"/>
                    <a:pt x="401336" y="951595"/>
                    <a:pt x="401336" y="870823"/>
                  </a:cubicBezTo>
                  <a:lnTo>
                    <a:pt x="401336" y="790051"/>
                  </a:lnTo>
                  <a:cubicBezTo>
                    <a:pt x="401336" y="719376"/>
                    <a:pt x="398812" y="647859"/>
                    <a:pt x="393764" y="575501"/>
                  </a:cubicBezTo>
                  <a:cubicBezTo>
                    <a:pt x="489680" y="604107"/>
                    <a:pt x="561197" y="631873"/>
                    <a:pt x="608314" y="658797"/>
                  </a:cubicBezTo>
                  <a:lnTo>
                    <a:pt x="1012174" y="658797"/>
                  </a:lnTo>
                  <a:lnTo>
                    <a:pt x="1012174" y="469487"/>
                  </a:lnTo>
                  <a:lnTo>
                    <a:pt x="199406" y="469487"/>
                  </a:lnTo>
                  <a:cubicBezTo>
                    <a:pt x="153972" y="469487"/>
                    <a:pt x="118634" y="475377"/>
                    <a:pt x="93393" y="487156"/>
                  </a:cubicBezTo>
                  <a:lnTo>
                    <a:pt x="47958" y="383667"/>
                  </a:lnTo>
                  <a:cubicBezTo>
                    <a:pt x="83296" y="392081"/>
                    <a:pt x="125365" y="396288"/>
                    <a:pt x="174165" y="396288"/>
                  </a:cubicBezTo>
                  <a:lnTo>
                    <a:pt x="1012174" y="396288"/>
                  </a:lnTo>
                  <a:lnTo>
                    <a:pt x="1012174" y="272606"/>
                  </a:lnTo>
                  <a:cubicBezTo>
                    <a:pt x="1012174" y="175006"/>
                    <a:pt x="1010492" y="84138"/>
                    <a:pt x="100712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199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351" y="1578"/>
              <a:ext cx="2738" cy="3236"/>
            </a:xfrm>
            <a:custGeom>
              <a:avLst/>
              <a:gdLst/>
              <a:ahLst/>
              <a:cxnLst/>
              <a:rect l="l" t="t" r="r" b="b"/>
              <a:pathLst>
                <a:path w="1871151" h="2271407">
                  <a:moveTo>
                    <a:pt x="1275457" y="141046"/>
                  </a:moveTo>
                  <a:cubicBezTo>
                    <a:pt x="1463925" y="242011"/>
                    <a:pt x="1558159" y="306797"/>
                    <a:pt x="1558159" y="335404"/>
                  </a:cubicBezTo>
                  <a:cubicBezTo>
                    <a:pt x="1558159" y="348866"/>
                    <a:pt x="1540490" y="358541"/>
                    <a:pt x="1505152" y="364431"/>
                  </a:cubicBezTo>
                  <a:cubicBezTo>
                    <a:pt x="1469815" y="370321"/>
                    <a:pt x="1431953" y="391776"/>
                    <a:pt x="1391567" y="428796"/>
                  </a:cubicBezTo>
                  <a:cubicBezTo>
                    <a:pt x="1260312" y="548271"/>
                    <a:pt x="1102134" y="684574"/>
                    <a:pt x="917031" y="837704"/>
                  </a:cubicBezTo>
                  <a:lnTo>
                    <a:pt x="879169" y="802367"/>
                  </a:lnTo>
                  <a:cubicBezTo>
                    <a:pt x="1039031" y="575195"/>
                    <a:pt x="1171127" y="354755"/>
                    <a:pt x="1275457" y="141046"/>
                  </a:cubicBezTo>
                  <a:close/>
                  <a:moveTo>
                    <a:pt x="647515" y="0"/>
                  </a:moveTo>
                  <a:lnTo>
                    <a:pt x="741605" y="23674"/>
                  </a:lnTo>
                  <a:cubicBezTo>
                    <a:pt x="809756" y="43026"/>
                    <a:pt x="849301" y="55646"/>
                    <a:pt x="860239" y="61536"/>
                  </a:cubicBezTo>
                  <a:cubicBezTo>
                    <a:pt x="871176" y="67426"/>
                    <a:pt x="876645" y="74577"/>
                    <a:pt x="876645" y="82991"/>
                  </a:cubicBezTo>
                  <a:cubicBezTo>
                    <a:pt x="876645" y="101501"/>
                    <a:pt x="842149" y="130949"/>
                    <a:pt x="773156" y="171335"/>
                  </a:cubicBezTo>
                  <a:lnTo>
                    <a:pt x="773156" y="865470"/>
                  </a:lnTo>
                  <a:lnTo>
                    <a:pt x="1300698" y="865470"/>
                  </a:lnTo>
                  <a:lnTo>
                    <a:pt x="1416808" y="706450"/>
                  </a:lnTo>
                  <a:cubicBezTo>
                    <a:pt x="1425222" y="692988"/>
                    <a:pt x="1435739" y="686257"/>
                    <a:pt x="1448360" y="686257"/>
                  </a:cubicBezTo>
                  <a:cubicBezTo>
                    <a:pt x="1460980" y="686257"/>
                    <a:pt x="1481594" y="698036"/>
                    <a:pt x="1510201" y="721595"/>
                  </a:cubicBezTo>
                  <a:cubicBezTo>
                    <a:pt x="1538807" y="745153"/>
                    <a:pt x="1569938" y="772498"/>
                    <a:pt x="1603593" y="803629"/>
                  </a:cubicBezTo>
                  <a:cubicBezTo>
                    <a:pt x="1637248" y="834760"/>
                    <a:pt x="1662069" y="860001"/>
                    <a:pt x="1678055" y="879353"/>
                  </a:cubicBezTo>
                  <a:cubicBezTo>
                    <a:pt x="1694041" y="898704"/>
                    <a:pt x="1702034" y="915952"/>
                    <a:pt x="1702034" y="931097"/>
                  </a:cubicBezTo>
                  <a:cubicBezTo>
                    <a:pt x="1702034" y="946242"/>
                    <a:pt x="1686889" y="953814"/>
                    <a:pt x="1656600" y="953814"/>
                  </a:cubicBezTo>
                  <a:lnTo>
                    <a:pt x="773156" y="953814"/>
                  </a:lnTo>
                  <a:lnTo>
                    <a:pt x="773156" y="1365247"/>
                  </a:lnTo>
                  <a:lnTo>
                    <a:pt x="1437001" y="1365247"/>
                  </a:lnTo>
                  <a:lnTo>
                    <a:pt x="1573304" y="1183510"/>
                  </a:lnTo>
                  <a:cubicBezTo>
                    <a:pt x="1583400" y="1168365"/>
                    <a:pt x="1593918" y="1160792"/>
                    <a:pt x="1604855" y="1160792"/>
                  </a:cubicBezTo>
                  <a:cubicBezTo>
                    <a:pt x="1615793" y="1160792"/>
                    <a:pt x="1635145" y="1172572"/>
                    <a:pt x="1662910" y="1196130"/>
                  </a:cubicBezTo>
                  <a:cubicBezTo>
                    <a:pt x="1690676" y="1219689"/>
                    <a:pt x="1724751" y="1251240"/>
                    <a:pt x="1765137" y="1290785"/>
                  </a:cubicBezTo>
                  <a:cubicBezTo>
                    <a:pt x="1805523" y="1330329"/>
                    <a:pt x="1833289" y="1358095"/>
                    <a:pt x="1848433" y="1374081"/>
                  </a:cubicBezTo>
                  <a:cubicBezTo>
                    <a:pt x="1863578" y="1390067"/>
                    <a:pt x="1871151" y="1404791"/>
                    <a:pt x="1871151" y="1418253"/>
                  </a:cubicBezTo>
                  <a:cubicBezTo>
                    <a:pt x="1871151" y="1441812"/>
                    <a:pt x="1852640" y="1453591"/>
                    <a:pt x="1815620" y="1453591"/>
                  </a:cubicBezTo>
                  <a:lnTo>
                    <a:pt x="773156" y="1453591"/>
                  </a:lnTo>
                  <a:lnTo>
                    <a:pt x="773156" y="1862499"/>
                  </a:lnTo>
                  <a:cubicBezTo>
                    <a:pt x="773156" y="1946637"/>
                    <a:pt x="774418" y="2015629"/>
                    <a:pt x="776942" y="2069477"/>
                  </a:cubicBezTo>
                  <a:cubicBezTo>
                    <a:pt x="779467" y="2123325"/>
                    <a:pt x="780729" y="2156139"/>
                    <a:pt x="780729" y="2167918"/>
                  </a:cubicBezTo>
                  <a:cubicBezTo>
                    <a:pt x="780729" y="2179697"/>
                    <a:pt x="775680" y="2189373"/>
                    <a:pt x="765584" y="2196946"/>
                  </a:cubicBezTo>
                  <a:cubicBezTo>
                    <a:pt x="755487" y="2204518"/>
                    <a:pt x="721832" y="2218822"/>
                    <a:pt x="664619" y="2239856"/>
                  </a:cubicBezTo>
                  <a:cubicBezTo>
                    <a:pt x="607405" y="2260890"/>
                    <a:pt x="572488" y="2271407"/>
                    <a:pt x="559868" y="2271407"/>
                  </a:cubicBezTo>
                  <a:cubicBezTo>
                    <a:pt x="547247" y="2271407"/>
                    <a:pt x="540937" y="2264256"/>
                    <a:pt x="540937" y="2249952"/>
                  </a:cubicBezTo>
                  <a:cubicBezTo>
                    <a:pt x="540937" y="2235649"/>
                    <a:pt x="542619" y="2190215"/>
                    <a:pt x="545985" y="2113649"/>
                  </a:cubicBezTo>
                  <a:cubicBezTo>
                    <a:pt x="549351" y="2037084"/>
                    <a:pt x="551033" y="1948319"/>
                    <a:pt x="551033" y="1847354"/>
                  </a:cubicBezTo>
                  <a:lnTo>
                    <a:pt x="551033" y="1453591"/>
                  </a:lnTo>
                  <a:lnTo>
                    <a:pt x="0" y="1453591"/>
                  </a:lnTo>
                  <a:lnTo>
                    <a:pt x="39354" y="1365247"/>
                  </a:lnTo>
                  <a:lnTo>
                    <a:pt x="551033" y="1365247"/>
                  </a:lnTo>
                  <a:lnTo>
                    <a:pt x="551033" y="953814"/>
                  </a:lnTo>
                  <a:lnTo>
                    <a:pt x="222630" y="953814"/>
                  </a:lnTo>
                  <a:lnTo>
                    <a:pt x="261984" y="865470"/>
                  </a:lnTo>
                  <a:lnTo>
                    <a:pt x="551033" y="865470"/>
                  </a:lnTo>
                  <a:lnTo>
                    <a:pt x="551033" y="234439"/>
                  </a:lnTo>
                  <a:lnTo>
                    <a:pt x="550875" y="2169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199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YuRou</dc:creator>
  <cp:lastModifiedBy>鱼肉</cp:lastModifiedBy>
  <cp:revision>6</cp:revision>
  <dcterms:created xsi:type="dcterms:W3CDTF">2023-08-09T12:44:00Z</dcterms:created>
  <dcterms:modified xsi:type="dcterms:W3CDTF">2026-01-17T06:29:40Z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44268C8D2DFF43AE86CFFE259B0509D6_12</vt:lpwstr>
  </property>
</Properties>
</file>